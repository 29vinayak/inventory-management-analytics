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49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0870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MANAGEMENT ANALYTICS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65612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Performance &amp; Replenishment Dashboard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404435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Engineers’ Day Hackathon 2026 — Project 08 — Track 1: Excel Business Analytics • Tool: Microsoft Excel • Prepared by Vinayak Arote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5066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9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Problem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75953"/>
            <a:ext cx="6296860" cy="1236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96879" y="1463278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challenges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496879" y="1816199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Stock‑out risk for SKUs requiring replenishment and excess inventory tying up capital.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662634"/>
            <a:ext cx="6296860" cy="12367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96879" y="2849959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visibility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496879" y="3202880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monitoring inventory across warehouses and regions; inconsistent supplier and warehouse performance metrics.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049316"/>
            <a:ext cx="6296860" cy="12367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96879" y="4236641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speed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496879" y="4589562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needs a single analytical view to make faster, data-driven replenishment and allocation decisions.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5233360" y="5454749"/>
            <a:ext cx="6296860" cy="878185"/>
          </a:xfrm>
          <a:prstGeom prst="roundRect">
            <a:avLst>
              <a:gd name="adj" fmla="val 8051"/>
            </a:avLst>
          </a:prstGeom>
          <a:solidFill>
            <a:srgbClr val="DADBF1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631" y="5670947"/>
            <a:ext cx="210338" cy="1682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80241" y="5646738"/>
            <a:ext cx="5581709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“Which products require immediate replenishment and which products are overstocked?”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40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 &amp; Dataset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584226"/>
            <a:ext cx="5214609" cy="1670447"/>
          </a:xfrm>
          <a:prstGeom prst="roundRect">
            <a:avLst>
              <a:gd name="adj" fmla="val 453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7902" y="1770658"/>
            <a:ext cx="484175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7902" y="2223790"/>
            <a:ext cx="4841754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inventory levels, stock value, sales movement, reorder requirements and operational performance to support better inventory decisions.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3426321"/>
            <a:ext cx="5214609" cy="1107480"/>
          </a:xfrm>
          <a:prstGeom prst="roundRect">
            <a:avLst>
              <a:gd name="adj" fmla="val 683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902" y="3612753"/>
            <a:ext cx="484175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Dimensions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47902" y="4065885"/>
            <a:ext cx="484175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· Region · Warehouse · SKU / Product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4705449"/>
            <a:ext cx="5214609" cy="1388963"/>
          </a:xfrm>
          <a:prstGeom prst="roundRect">
            <a:avLst>
              <a:gd name="adj" fmla="val 544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7902" y="4891881"/>
            <a:ext cx="484175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Measures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47902" y="5345013"/>
            <a:ext cx="4841754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 · Inventory Level · Stock Value · Order Quantity · Reorder Flag · Supplier Lead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1961" y="156269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321961" y="2015827"/>
            <a:ext cx="5214609" cy="71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Management / Retail Inventory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Placeholders:         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21961" y="2887762"/>
            <a:ext cx="5214609" cy="96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Source: [ADD ACTUAL SOURCE]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Used: [ADD ACTUAL ROW COUNT]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[ADD ACTUAL DATE RANGE]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1961" y="4006751"/>
            <a:ext cx="5214609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fabricate source, row count or date range — fill when available.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 &amp; Analytical Approach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133" y="909538"/>
            <a:ext cx="6047331" cy="604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9492" y="1907404"/>
            <a:ext cx="1948539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659492" y="2300043"/>
            <a:ext cx="1948539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duplicates and standardize formats for consistency.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94018" y="1999110"/>
            <a:ext cx="1948539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Calculations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94018" y="2391749"/>
            <a:ext cx="1948539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metrics and transform fields for analysis.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9662" y="4933539"/>
            <a:ext cx="1948538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Pivot Analysis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659662" y="5326178"/>
            <a:ext cx="1948538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and explore data to reveal patterns.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94018" y="4780696"/>
            <a:ext cx="1948539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&amp; Insights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94018" y="5479021"/>
            <a:ext cx="1948539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KPIs to derive actionable recommendations.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701000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preparation highlights: checked duplicates, handled missing values, standardized formats, verified numeric fields, ensured categorical consistency, prepared data for PivotTables and dashboard analysis.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41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Performance Indicators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12789"/>
            <a:ext cx="736582" cy="736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290" y="2312789"/>
            <a:ext cx="15671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Units Sold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34290" y="3016746"/>
            <a:ext cx="15671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1,829,979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312789"/>
            <a:ext cx="736582" cy="736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0461" y="2312789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Inventory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10461" y="3016746"/>
            <a:ext cx="1567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43,026,411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312789"/>
            <a:ext cx="736582" cy="736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6730" y="2312789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Stock Value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86730" y="3016746"/>
            <a:ext cx="1567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525,243,991.1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12789"/>
            <a:ext cx="736582" cy="736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63000" y="2312789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Order Quantity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63000" y="3016746"/>
            <a:ext cx="1567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1,758,615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697188"/>
            <a:ext cx="736582" cy="736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34290" y="3697188"/>
            <a:ext cx="156712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Items Requiring Reorder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634290" y="4696420"/>
            <a:ext cx="15671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5,041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7645" y="3697188"/>
            <a:ext cx="736582" cy="736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410461" y="3697188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Stockout Count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4410461" y="4401145"/>
            <a:ext cx="1567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</a:t>
            </a:r>
            <a:endParaRPr lang="en-US" sz="14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3915" y="3697188"/>
            <a:ext cx="736582" cy="736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86730" y="3697188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Stock Cover</a:t>
            </a:r>
            <a:endParaRPr lang="en-US" sz="1850" dirty="0"/>
          </a:p>
        </p:txBody>
      </p:sp>
      <p:sp>
        <p:nvSpPr>
          <p:cNvPr id="23" name="Text 14"/>
          <p:cNvSpPr/>
          <p:nvPr/>
        </p:nvSpPr>
        <p:spPr>
          <a:xfrm>
            <a:off x="7186730" y="4401145"/>
            <a:ext cx="1567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44.69 days</a:t>
            </a:r>
            <a:endParaRPr lang="en-US" sz="14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90184" y="3697188"/>
            <a:ext cx="736582" cy="736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963000" y="3697188"/>
            <a:ext cx="156722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Supplier Lead Time</a:t>
            </a:r>
            <a:endParaRPr lang="en-US" sz="1850" dirty="0"/>
          </a:p>
        </p:txBody>
      </p:sp>
      <p:sp>
        <p:nvSpPr>
          <p:cNvPr id="26" name="Text 16"/>
          <p:cNvSpPr/>
          <p:nvPr/>
        </p:nvSpPr>
        <p:spPr>
          <a:xfrm>
            <a:off x="9963000" y="4696420"/>
            <a:ext cx="1567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7.984 days</a:t>
            </a:r>
            <a:endParaRPr lang="en-US" sz="1450" dirty="0"/>
          </a:p>
        </p:txBody>
      </p:sp>
      <p:sp>
        <p:nvSpPr>
          <p:cNvPr id="27" name="Text 17"/>
          <p:cNvSpPr/>
          <p:nvPr/>
        </p:nvSpPr>
        <p:spPr>
          <a:xfrm>
            <a:off x="661475" y="521146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1257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11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Inventory Management Dashboard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00337"/>
            <a:ext cx="6905849" cy="3913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7489" y="1730573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Features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27489" y="2204442"/>
            <a:ext cx="3509081" cy="3337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timeline and range selector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&amp; Supplier slicers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KPI cards and drill-through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value and movement analysis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&amp; regional performance charts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performance and lead‑time analytics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/ Reorder insights with conditional formatting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F6B77-D1AF-FE50-DDE9-9B9D5302A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31" y="1882905"/>
            <a:ext cx="6935464" cy="39133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4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Replenishment Risk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71621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5,041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items flagged for reorder — prioritize these SKUs for procurement and expedited review.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Position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71621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43.03M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units held vs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1.83M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units sold — indicates significant capital tied in inventory; assess turnover by SKU.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Stockout Status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71621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recorded stockout incidents — current availability maintained, but replenishment flags require attention.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1026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5056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Coverage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91430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stock cover ~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44.69 days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useful for timing reorder cadence against supplier lead times.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31026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5056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Supplier Performance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91430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contributions to sales vary significantly — monitor lead-time and fill rates to optimize procurement.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4206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kern="0" spc="-10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 &amp; 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649710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113062"/>
            <a:ext cx="5211037" cy="313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Font typeface="+mj-lt"/>
              <a:buAutoNum type="arabicPeriod"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Replenishment — focus on the 5,041 reorder‑flagged items for immediate action.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Excess Inventory — identify slow movers and excess stock to free working capital.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Allocation — rebalance inventory across warehouses based on regional demand and performance.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Font typeface="+mj-lt"/>
              <a:buAutoNum type="arabicPeriod" startAt="4"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Supplier Performance — monitor lead time and sales contribution to inform procurement choices.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Font typeface="+mj-lt"/>
              <a:buAutoNum type="arabicPeriod" startAt="5"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Stock Cover for Planning — combine stock‑cover days with movement and reorder rules before placing orders.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25533" y="1649710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00164" y="2294930"/>
            <a:ext cx="4936406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The dashboard converts inventory data into actionable insights by identifying replenishment requirements,         inventory exposure, and operational performance — enabling faster, more informed inventory decisions.      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5533" y="2135287"/>
            <a:ext cx="25399" cy="1761430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6325533" y="4096246"/>
            <a:ext cx="521103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Final design: align visual language with existing Excel dashboard — green accents, white rounded cards, dark navy text, minimal design.     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605</Words>
  <Application>Microsoft Office PowerPoint</Application>
  <PresentationFormat>Widescreen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Vinayak Arote</dc:creator>
  <cp:lastModifiedBy>Vinayak Arote</cp:lastModifiedBy>
  <cp:revision>2</cp:revision>
  <dcterms:created xsi:type="dcterms:W3CDTF">2026-09-14T09:37:49Z</dcterms:created>
  <dcterms:modified xsi:type="dcterms:W3CDTF">2026-09-14T09:44:09Z</dcterms:modified>
</cp:coreProperties>
</file>